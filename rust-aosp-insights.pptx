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Rust 总量：10万→150万→500万→695万行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Rust 代码量（百万行）</c:v>
                </c:pt>
              </c:strCache>
            </c:strRef>
          </c:tx>
          <c:spPr>
            <a:solidFill>
              <a:srgbClr val="B7410E"/>
            </a:solidFill>
          </c:spPr>
          <c:cat>
            <c:strRef>
              <c:f>Sheet1!$A$2:$A$5</c:f>
              <c:strCache>
                <c:ptCount val="4"/>
                <c:pt idx="0">
                  <c:v>2021-06</c:v>
                </c:pt>
                <c:pt idx="1">
                  <c:v>2022-12</c:v>
                </c:pt>
                <c:pt idx="2">
                  <c:v>2025-11</c:v>
                </c:pt>
                <c:pt idx="3">
                  <c:v>2026-06
(全树)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1.5</c:v>
                </c:pt>
                <c:pt idx="2">
                  <c:v>5.0</c:v>
                </c:pt>
                <c:pt idx="3">
                  <c:v>6.95</c:v>
                </c:pt>
              </c:numCache>
            </c:numRef>
          </c:val>
        </c:ser>
        <c:dLbls>
          <c:numFmt formatCode="0.00&quot;M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B49B"/>
                </a:solidFill>
                <a:latin typeface="微软雅黑"/>
                <a:ea typeface="微软雅黑"/>
                <a:cs typeface="微软雅黑"/>
              </a:rPr>
              <a:t>洞察报告 · 基于《Rust 在 Android/AOSP 中的调研报告》· 2026-08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Rust 在 Android 的七年：</a:t>
            </a:r>
          </a:p>
          <a:p>
            <a:r>
              <a:rPr sz="4000" b="1" i="0">
                <a:solidFill>
                  <a:srgbClr val="F08A4B"/>
                </a:solidFill>
                <a:latin typeface="微软雅黑"/>
                <a:ea typeface="微软雅黑"/>
                <a:cs typeface="微软雅黑"/>
              </a:rPr>
              <a:t>一场方法论的胜利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C9D2DA"/>
                </a:solidFill>
                <a:latin typeface="微软雅黑"/>
                <a:ea typeface="微软雅黑"/>
                <a:cs typeface="微软雅黑"/>
              </a:rPr>
              <a:t>内存安全漏洞占比 76%（2019）→ 35%（2022）→ 24%（2024）→ &lt;20%（2025）</a:t>
            </a:r>
          </a:p>
          <a:p>
            <a:r>
              <a:rPr sz="1700" b="0" i="0">
                <a:solidFill>
                  <a:srgbClr val="C9D2DA"/>
                </a:solidFill>
                <a:latin typeface="微软雅黑"/>
                <a:ea typeface="微软雅黑"/>
                <a:cs typeface="微软雅黑"/>
              </a:rPr>
              <a:t>改变结果的不是一门语言，而是一套可复制的渐进改造方法。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AA5B0"/>
                </a:solidFill>
                <a:latin typeface="微软雅黑"/>
                <a:ea typeface="微软雅黑"/>
                <a:cs typeface="微软雅黑"/>
              </a:rPr>
              <a:t>数据底座：Google 官方博客 13 篇逐句回源 · AOSP main 45+ 仓库克隆实测 · 第三方全树统计（AOSP 14/16/17）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摘要 · 报告核心结论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Rust 是 Google 内存安全战略在原生层的载体：新代码置换，而非存量重写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动因：2019 年内存类缺陷占 Android 漏洞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90%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（追溯口径 76%）；缓解手段（ASLR/sanitizer/沙箱）只抬高利用成本，无法消除漏洞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策略：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新代码用内存安全语言 + 不重写成熟存量 + 互操作优先 + 风险驱动选点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，配合内置工具链与统一依赖治理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现状（2026）：Rust 覆盖工具链、IPC、密钥/TEE、虚拟化、协议栈、媒体、内核乃至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基带固件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；官方总量约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500 万行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，全树统计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695 万行（3.8%）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，本报告实测第一方约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76 万行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效果：漏洞占比 76%→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&lt;20%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、绝对数量 223→年化 36；Rust 漏洞密度比 C/C++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低三个数量级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；评审快 25%、回滚低 4 倍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一句话：Android 用七年证明，巨型 C/C++ 系统的内存安全问题可以被“设计掉”——前提是接受渐进主义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数据来源：rust-in-aosp.md 摘要；官方 13 篇原文回源核对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一、落地过程 · 动因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内存安全是 Android 漏洞的结构性来源，而缓解手段已到天花板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2019 年官方盘点（原文已核对）：UAF、整数溢出、越界读写合计占当年漏洞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90%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，数组边界类占 34%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3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“76% 为内存安全漏洞”是 Google 2022/2024 回顾的追溯口径；2021 年 Rust 公告用的是“约 70% 高危漏洞”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为什么前两代手段不够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3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被动修补＝打地鼠，修复本身还引入新漏洞；运行时缓解＝军备竞赛，每代缓解都有对应绕过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3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沙箱（Rule of 2）吃内存、加 IPC 延迟，且不消除漏洞——密度高时可被串联打穿（2021 原文）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为什么是 Rust 而不是别的：Java/Kotlin 内存安全但有 GC，管不到 HAL/守护进程/固件/内核；Go 同样受 GC 与运行时拖累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30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Rust 是唯一同时满足“内存安全 + 无 GC + 零成本抽象 + C 级性能 + 成熟生态”的系统语言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数据来源：security.googleblog.com 2019-05、2021-04（均已回源）；rust-in-aosp.md §1.1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一、落地过程 · 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四条策略：漏洞会“衰老”，所以只换增量、不动存量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新代码优先，不重写存量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——依据是漏洞半衰期：约 50% 内存 bug 诞生于不足一年的新代码；5 年陈代码漏洞密度低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3.4–7.4 倍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互操作优先，而非替换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——先量化再投入：核心库 81%/87%、Mainline 88%/90% 类型可对接；bindgen/cxx/AIDL 后端打底；2024 年再捐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100 万美元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攻关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③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风险驱动选点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——先打攻击面最大的位置：解析不可信输入的组件、特权服务、隔离边界（TEE/固件/虚拟化）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④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工具链与流程配套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——prebuilts/rust 工具链、Soong 原生 rust_* 模块、CI 强制 rustfmt/clippy、454 个第三方 crates 统一 vendored 与聚合审计</a:t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观点：安全改造的关键决策不是“用什么语言”，而是“改哪部分代码”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数据来源：security.googleblog.com 2021-04、2021-06、2024-02、2024-09（均已回源）；rust-in-aosp.md §1.2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一、落地过程 · 时间线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七年路线：系统服务 → 协议栈 → 虚拟化 → 固件 → 内核 → 基带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2019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4752" y="1801368"/>
            <a:ext cx="1325880" cy="51206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188366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定向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01368"/>
            <a:ext cx="8915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内存类缺陷占漏洞 90%；团队决定新开发转向内存安全语言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4144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2459736"/>
            <a:ext cx="1325880" cy="51206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5420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平台支持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59736"/>
            <a:ext cx="8915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Android 12：Rust 平台级支持发布；Keystore2 上线；AOSP 内 Rust 超 10 万行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6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4752" y="3118104"/>
            <a:ext cx="1325880" cy="51206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0472" y="32004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规模落地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118104"/>
            <a:ext cx="8915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Android 13：150 万行、新增原生代码 21% 为 Rust；UWB/DoH3/AVF；漏洞占比降至 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5818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2023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44752" y="3776472"/>
            <a:ext cx="1325880" cy="51206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90472" y="38587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TEE/裸机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776472"/>
            <a:ext cx="8915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pvmfw 从 U-Boot（C）迁到 Rust；Trusty 可信应用 Rust 化；500+ 工程师受训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1655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4752" y="4434840"/>
            <a:ext cx="1325880" cy="51206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0472" y="451713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方法论定型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434840"/>
            <a:ext cx="8915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占比降至 24%（绝对数年化 36）；safe coding 体系化；固件渐进替换教程公开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749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44752" y="5093208"/>
            <a:ext cx="1325880" cy="51206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90472" y="517550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内核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093208"/>
            <a:ext cx="8915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占比首次 &lt;20%、总量约 500 万行、密度低 1000 倍；6.12 内核首个量产 Rust 驱动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3328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44752" y="5751576"/>
            <a:ext cx="1325880" cy="51206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90472" y="583387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基带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751576"/>
            <a:ext cx="8915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Pixel 10 基带集成 Rust DNS 解析器——Rust 进入可远程攻击面的最深处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数据来源：security.googleblog.com 2019–2026 各篇（13 篇已回源）；rust-in-aosp.md §1.3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一、落地过程 · 演进位置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Rust 的边界，就是 Java/Kotlin 管不到的地方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ust_in_aos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3931920" cy="43944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0" y="1783080"/>
            <a:ext cx="6903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3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上三层（App / Framework / ART）未动</a:t>
            </a:r>
            <a:r>
              <a:rPr sz="13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：Java/Kotlin 本就内存安全——不是遗漏，是策略（2021 原文）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3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主战场在 ART 以下，自顶向下推进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2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System services（2021）：Keystore2、KeyMint 等守护进程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2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Native daemons &amp; libraries（2021–22）：蓝牙、UWB、DNS-over-HTTP3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2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HAL（2022+）：userspace HAL 迁移中（蓝牙 offload HAL 等）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2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Kernel（2025）：6.12 GKI 首个量产 Rust 驱动、GPU 驱动 Tyr 推进中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3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两块在官方架构图</a:t>
            </a:r>
            <a:r>
              <a:rPr sz="13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之外</a:t>
            </a:r>
            <a:r>
              <a:rPr sz="13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：AVF（跨 HAL/内核的独立子系统，2022–23）；固件/基带（OS 之外，2023–26）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3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演进规律：每下一层都要先解决该层工程约束（no_std、代码体积、厂商构建系统）——</a:t>
            </a:r>
            <a:r>
              <a:rPr sz="13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所以越底层越晚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数据来源：图据 source.android.com 官方架构重绘并标注年份；rust-in-aosp.md §一/§三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二、量与位置 · 总量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三条数据链交叉验证：Rust 已是 AOSP 的结构性存在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83080"/>
          <a:ext cx="5394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783080"/>
            <a:ext cx="5532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口径一 · 官方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（均已回源）：2021-06 超 10 万行 → Android 13 约 150 万行（含依赖）→ 2025-11 约 500 万行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口径二 · 全树统计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（derdilla，tokei）：AOSP 17 全树 Rust 695 万行，占全部代码约 3.8%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口径三 · 本报告实测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（main 分支克隆）：第一方平台约 76.2 万行；vendored 第三方 crates 454 个、359 万行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5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注意</a:t>
            </a:r>
            <a:r>
              <a:rPr sz="115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：官方从未发布逐模块行数清单；逐模块规模来自本报告实测与社区清单（awesome-aosp-rust）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观点：三个口径讲的是同一句话——Rust 在 AOSP 已不是试验，而是基础设施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数据来源：官方 2021-06/2022-12/2025-11 原文；derdilla.com；G:\aosp-research 实测；rust-in-aosp.md §2.1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二、量与位置 · 跨版本对比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C/C++ 占比持续下降，Rust 在平台核心两年涨 3.6 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109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34440"/>
                <a:gridCol w="1691640"/>
                <a:gridCol w="1005840"/>
                <a:gridCol w="1371600"/>
                <a:gridCol w="1143000"/>
                <a:gridCol w="1371600"/>
                <a:gridCol w="1371600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版本（统计时间）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Rust 总行数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其中 Core 类 Rust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Rust 占比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C/C++ 行数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C/C++ 占比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全树总量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设备上运行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AOSP 14（2024-08）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498 万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 万（0.72%）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4.0%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6836 万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54.7%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1.25 亿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6600 万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AOSP 16（2025-06）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593 万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13.6 万（1.25%）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3.9%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7864 万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51.9%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1.52 亿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9200 万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AOSP 17（2026-06）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695 万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35.8 万（2.70%）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3.8%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9009 万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49.0%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1.84 亿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1.13 亿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977639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3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Core 类 Rust 两年约 3.6 倍</a:t>
            </a:r>
            <a:r>
              <a:rPr sz="13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（7.8 万→35.8 万）、Userspace 翻倍——这是第一方 Rust 化的真实信号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3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Rust 全树占比略降（4.0%→3.8%）不是放缓：是 C/C++ 侧</a:t>
            </a:r>
            <a:r>
              <a:rPr sz="13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测试代码</a:t>
            </a:r>
            <a:r>
              <a:rPr sz="13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增长更快（原作者解释）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3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C/C++ 占比持续下降（54.7%→49.0%）但绝对量仍增长——</a:t>
            </a:r>
            <a:r>
              <a:rPr sz="13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存量继续存在并老化，与“不重写”策略一致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3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Third-party 类 Rust（389 万→483 万）主要反映 vendored crates 依赖膨胀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数据来源：derdilla.com AOSP 14/16/17 全树统计（tokei，无 Android 15 专篇）；rust-in-aosp.md §2.2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二、量与位置 · 模块地图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Rust 遍布 AOSP 各层：从工具链到基带固件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1099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8239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代表组件（实测行数，AOSP main 2026-08）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基础设施/工具链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prebuilts/rust 工具链 · Soong rust_* 模块 · AIDL Rust 后端 3.4万 · cxx 2.1万 · vendored crates 359万/454个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IPC 与系统服务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keystore2 5.1万（A12 起替换旧 keystore）· binder_rs/rpcbinder 1.1万 · librustutils/prefetch/debuggerd 绑定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 / TEE / 固件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KeyMint 支持库 2.3万 · Trusty 可信应用（KeyMint/SecretKeeper/AuthMgr）· libavb 0.5万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虚拟化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crosvm 38.9万（最大第一方单体）· AVF/Microdroid/pvmfw 6.0万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连接与协议栈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蓝牙 Gabeldorsche/offload/floss 7.4万 · Nearby beto-rust 5.7万 · UWB 2.8万 · DoH3（quiche）0.4万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媒体与图形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crabbyavif AVIF 解码 2.1万 · pica 矢量渲染 0.4万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内核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Linux 6.12 GKI：首个启用 Rust 支持、首个量产 Rust 驱动（GPU 驱动 Tyr 推进中）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数据来源：本报告克隆实测（G:\aosp-research / G:\aosp-scan）；rust-in-aosp.md §2.3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二、量与位置 · 与 C/C++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新旧分层：Rust 接管了 C++ 增量中风险最高的部分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同一仓库内的新旧分层最能说明策略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3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DnsResolver：新功能 DoH3 用 Rust（3,879 行），存量 resolver 仍是 C++（40,904 行）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3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system/security：新 keystore2 用 Rust（50,865 行），已反超同仓库 C++（16,631 行）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3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Trusty：老 storage/gatekeeper 仍是 C/C++（约 3 万行），新 KeyMint/SecretKeeper 是 Rust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增量：A13 新增原生代码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21%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为 Rust；2025 年第一方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净增行数 Rust 已超过 C++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（官方图表）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质量：漏洞占比 76%→35%→24%→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&lt;20%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；绝对数量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223→85→年化 36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；密度差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1000 倍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（C/C++ 历史约 1000 个/MLOC）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依赖生态：vendored crates 从 A13 时代数十万行膨胀到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359 万行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——公共底座已经形成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数据来源：官方 2022-12/2025-11 原文；本报告实测；rust-in-aosp.md §2.4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三、场景×特性 · 官方清单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Rust 的卖点从来不是一个词：官方七特性清单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2377440" cy="5669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内存安全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837944"/>
            <a:ext cx="8595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所有权/借用检查 + 少量运行时检查，整类消灭 UAF/越界/双重释放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41448"/>
            <a:ext cx="2377440" cy="5669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328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数据并发安全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96312"/>
            <a:ext cx="8595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Send/Sync 编译期杜绝数据竞争——“Fearless Concurrency”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99816"/>
            <a:ext cx="2377440" cy="5669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9125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类型表达力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154680"/>
            <a:ext cx="8595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newtype / 带数据的枚举，从类型层面排除非法状态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58184"/>
            <a:ext cx="2377440" cy="5669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4962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默认不可变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813048"/>
            <a:ext cx="8595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最小权限原则；官方吐槽 C++ 的 const“用得少且不一致”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16552"/>
            <a:ext cx="2377440" cy="5669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079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强制错误处理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471416"/>
            <a:ext cx="8595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Result + ?；反例：提权漏洞 Rage Against the Cage 根因即未检查错误返回值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74920"/>
            <a:ext cx="2377440" cy="5669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强制初始化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129784"/>
            <a:ext cx="8595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未初始化内存历史上占 Android 漏洞 3–5%；A11 的自动初始化只是缓解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33288"/>
            <a:ext cx="2377440" cy="5669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8247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整数安全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788152"/>
            <a:ext cx="8595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转换必须显式 cast、无隐式截断；调试构建默认开启溢出检查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数据来源：security.googleblog.com 2021-04 “Prioritizing prevention”（已回源）；rust-in-aosp.md §三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三、场景×特性 · 六大场景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先落地的都是同一类位置，但吃到的红利各不相同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109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61188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代表模块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痛点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吃到的特性红利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解析不可信输入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UWB/DoH3/AVIF/AVB/基带DNS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C/C++ 解析器是漏洞头号产地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边界检查整类消除；Result 强制错误处理；UWB 全栈仅 2 处 unsafe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密钥与 TEE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keystore2/KeyMint/SecretKeeper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最高价值资产 + 并发服务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所有权建模密钥生命周期；Send/Sync；no_std 写到 TEE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虚拟化与固件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crosvm/AVF/pvmfw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VM 逃逸攻击面；固件信任根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unsafe 收拢可审计；零成本抽象无 GC；no_std（U-Boot 反面教材）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IPC 与互操作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binder_rs/AIDL/cxx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新旧代码必须共存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零成本 FFI；接口契约编译期一致；tokio 异步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内核与基带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6.12 Rust 驱动/Pixel 10 基带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最高权限环境，出错即沦陷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类型编码内核 API 契约；无 GC 延迟可预测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性能敏感新组件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UWB 时序/pica/libprefetch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不能拿性能换安全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零成本抽象、无 GC——不必做这笔交易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数据来源：rust-in-aosp.md §三 场景 1–6；官方 2022-12/2023-10/2026-04 原文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三、实证结论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收益不止安全：资源、效率、审计面三重红利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资源红利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（2022-12 原文）：UWB 新栈无需独立隔离进程——省数 MB 内存、免一次 IPC 往返；DoH3 用 async/await 单线程安全跑多任务，线程更少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交付效率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（2025-11 官方 DORA 口径）：评审耗时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-25%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、返工轮次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-20%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、中大型变更回滚率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低 4 倍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——“the safer path is now also the faster one”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审计面收拢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：全平台仅约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4%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Rust 代码在 unsafe 块内；CrabbyAVIF 未遂事件发布前被拦截、且被 Scudo 硬化分配器确定性中和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官方叙事升级</a:t>
            </a:r>
            <a:r>
              <a:rPr sz="14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：从“零漏洞”改为“漏洞密度低 1000 倍”——更诚实，也更可持续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观点：当安全带来的不是成本而是效率，采用就从合规驱动变成利益驱动——这是最强的自我加速信号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数据来源：security.googleblog.com 2022-12、2025-11（均已回源）；rust-in-aosp.md §三 实证结论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边界 · 数据来源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不是银弹；三条数据链支撑每一个数字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4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0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边界认知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25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Rust 的价值不是“绝对安全”，而是</a:t>
            </a:r>
            <a:r>
              <a:rPr sz="125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把安全审计面缩小到可管理范围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（4% unsafe + 纵深防御）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25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工程代价真实存在：基带案例需给上游 crate 补 no_std、解决弱符号冲突、付出 371KB 体积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4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0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三条互相印证的数据链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25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官方原文 13 篇逐句回源（2019–2026）——趋势、口径、策略表述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25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第三方全树统计（derdilla，AOSP 14/16/17，tokei）——跨版本语言占比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25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    – 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本报告实测（main 分支 45+ 仓库克隆，G:\aosp-research / G:\aosp-scan）——模块级行数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4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0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局限：采样非全量（NFC 等已验证为 0）；行数含注释/空行；vendored 依赖与第一方分开计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数据来源：rust-in-aosp.md §四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大型 C/C++ 系统的内存安全问题可以被“设计掉”——</a:t>
            </a:r>
          </a:p>
          <a:p>
            <a:r>
              <a:rPr sz="2600" b="1" i="0">
                <a:solidFill>
                  <a:srgbClr val="F08A4B"/>
                </a:solidFill>
                <a:latin typeface="微软雅黑"/>
                <a:ea typeface="微软雅黑"/>
                <a:cs typeface="微软雅黑"/>
              </a:rPr>
              <a:t>前提是你接受渐进主义。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51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9D2DA"/>
                </a:solidFill>
                <a:latin typeface="微软雅黑"/>
                <a:ea typeface="微软雅黑"/>
                <a:cs typeface="微软雅黑"/>
              </a:rPr>
              <a:t>漏洞会衰老，增量会置换，七年之后曲线自然拐头。</a:t>
            </a:r>
          </a:p>
          <a:p>
            <a:r>
              <a:rPr sz="1200" b="0" i="0">
                <a:solidFill>
                  <a:srgbClr val="9AA5B0"/>
                </a:solidFill>
                <a:latin typeface="微软雅黑"/>
                <a:ea typeface="微软雅黑"/>
                <a:cs typeface="微软雅黑"/>
              </a:rPr>
              <a:t>详见完整调研报告：rust-in-aosp.md（落地过程 · 量与位置 · 场景×特性 · 数据来源）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